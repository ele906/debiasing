
<file path=[Content_Types].xml><?xml version="1.0" encoding="utf-8"?>
<ns0:Types xmlns:ns0="http://schemas.openxmlformats.org/package/2006/content-types"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Masters/slideMaster1.xml" ContentType="application/vnd.openxmlformats-officedocument.presentationml.slideMaster+xml"/>
  <ns0:Override PartName="/ppt/slideLayouts/slideLayout1.xml" ContentType="application/vnd.openxmlformats-officedocument.presentationml.slideLayout+xml"/>
  <ns0:Override PartName="/ppt/theme/theme1.xml" ContentType="application/vnd.openxmlformats-officedocument.theme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</ns0: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7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2000" cy="6858000" type="screen16x9"/>
  <p:notesSz cx="6858000" cy="9144000"/>
</p:presentation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Master" Target="slideMasters/slideMaster1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>
      <a:lvl1pPr>
        <a:defRPr>
          <a:latin typeface="Arial"/>
        </a:defRPr>
      </a:lvl1pPr>
    </p:titleStyle>
    <p:bodyStyle>
      <a:lvl1pPr>
        <a:defRPr>
          <a:latin typeface="Arial"/>
        </a:defRPr>
      </a:lvl1pPr>
    </p:bodyStyle>
    <p:otherStyle>
      <a:lvl1pPr>
        <a:defRPr>
          <a:latin typeface="Arial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Testing SAE features for earring removal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small test using SDXL Turbo, a pretrained SAE, and C2C boxes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goal was to see whether reducing a spatial SAE feature could remove earrings from generated images.</a:t>
            </a:r>
            <a:endParaRPr lang="en-US"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 tested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I used 80 images with the same prompt: 60 for feature search and 20 for validation.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used C2C earring boxes to measure SAE activity near the earrings.</a:t>
            </a:r>
            <a:endParaRPr lang="en-US" sz="2000"/>
          </a:p>
        </p:txBody>
      </p:sp>
      <p:sp>
        <p:nvSpPr>
          <p:cNvPr id="5" name="TextBox 5"/>
          <p:cNvSpPr txBox="1"/>
          <p:nvPr/>
        </p:nvSpPr>
        <p:spPr>
          <a:xfrm>
            <a:off x="762000" y="44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labels were automatic and have not been manually checked.</a:t>
            </a:r>
            <a:endParaRPr lang="en-US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 chose features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I ranked features using the training images, then tested the top three on held-out images.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Feature 4858 ranked first, but its validation AUC was 0.448, close to chance.</a:t>
            </a:r>
            <a:endParaRPr lang="en-US" sz="2000"/>
          </a:p>
        </p:txBody>
      </p:sp>
      <p:sp>
        <p:nvSpPr>
          <p:cNvPr id="5" name="TextBox 5"/>
          <p:cNvSpPr txBox="1"/>
          <p:nvPr/>
        </p:nvSpPr>
        <p:spPr>
          <a:xfrm>
            <a:off x="762000" y="44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other two candidates were inactive in most validation boxes.</a:t>
            </a:r>
            <a:endParaRPr 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happened when I reduced them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Feature 4858 changed pixels in all eight validation images with detected earrings.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earrings still remained in the images I inspected.</a:t>
            </a:r>
            <a:endParaRPr lang="en-US" sz="2000"/>
          </a:p>
        </p:txBody>
      </p:sp>
      <p:sp>
        <p:nvSpPr>
          <p:cNvPr id="5" name="TextBox 5"/>
          <p:cNvSpPr txBox="1"/>
          <p:nvPr/>
        </p:nvSpPr>
        <p:spPr>
          <a:xfrm>
            <a:off x="762000" y="44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Features 766 and 1237 usually made no change. A random feature was included as a control.</a:t>
            </a:r>
            <a:endParaRPr lang="en-US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 learned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test did not find a reliable SAE feature for removing earrings.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C2C box helps locate an object, but it does not guarantee the SAE feature represents that object.</a:t>
            </a:r>
            <a:endParaRPr lang="en-US" sz="2000"/>
          </a:p>
        </p:txBody>
      </p:sp>
      <p:sp>
        <p:nvSpPr>
          <p:cNvPr id="5" name="TextBox 5"/>
          <p:cNvSpPr txBox="1"/>
          <p:nvPr/>
        </p:nvSpPr>
        <p:spPr>
          <a:xfrm>
            <a:off x="762000" y="44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a useful negative result, but the sample is small and the automatic labels need review.</a:t>
            </a:r>
            <a:endParaRPr lang="en-US"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40080"/>
            <a:ext cx="10668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3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Next step</a:t>
            </a:r>
            <a:endParaRPr lang="en-US" sz="3000"/>
          </a:p>
        </p:txBody>
      </p:sp>
      <p:sp>
        <p:nvSpPr>
          <p:cNvPr id="3" name="TextBox 3"/>
          <p:cNvSpPr txBox="1"/>
          <p:nvPr/>
        </p:nvSpPr>
        <p:spPr>
          <a:xfrm>
            <a:off x="762000" y="19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Manually check the earring labels and boxes on more images.</a:t>
            </a:r>
            <a:endParaRPr lang="en-US" sz="2000"/>
          </a:p>
        </p:txBody>
      </p:sp>
      <p:sp>
        <p:nvSpPr>
          <p:cNvPr id="4" name="TextBox 4"/>
          <p:cNvSpPr txBox="1"/>
          <p:nvPr/>
        </p:nvSpPr>
        <p:spPr>
          <a:xfrm>
            <a:off x="762000" y="315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Measure whether the earring disappears and whether the face and other image content stay similar.</a:t>
            </a:r>
            <a:endParaRPr lang="en-US" sz="2000"/>
          </a:p>
        </p:txBody>
      </p:sp>
      <p:sp>
        <p:nvSpPr>
          <p:cNvPr id="5" name="TextBox 5"/>
          <p:cNvSpPr txBox="1"/>
          <p:nvPr/>
        </p:nvSpPr>
        <p:spPr>
          <a:xfrm>
            <a:off x="762000" y="4405000"/>
            <a:ext cx="10668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the feature search still fails, test a direct image-editing or inpainting method as a comparison.</a:t>
            </a:r>
            <a:endParaRPr lang="en-US" sz="2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