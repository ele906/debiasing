
<file path=[Content_Types].xml><?xml version="1.0" encoding="utf-8"?>
<ns0:Types xmlns:ns0="http://schemas.openxmlformats.org/package/2006/content-types"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Masters/slideMaster1.xml" ContentType="application/vnd.openxmlformats-officedocument.presentationml.slideMaster+xml"/>
  <ns0:Override PartName="/ppt/slideLayouts/slideLayout1.xml" ContentType="application/vnd.openxmlformats-officedocument.presentationml.slideLayout+xml"/>
  <ns0:Override PartName="/ppt/theme/theme1.xml" ContentType="application/vnd.openxmlformats-officedocument.theme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Default Extension="jpg" ContentType="image/jpeg"/>
</ns0: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7"/>
  </p:sldMasterIdLst>
  <p:sldIdLst>
    <p:sldId id="256" r:id="rId1"/>
    <p:sldId id="257" r:id="rId2"/>
    <p:sldId id="258" r:id="rId3"/>
    <p:sldId id="259" r:id="rId4"/>
    <p:sldId id="260" r:id="rId5"/>
    <p:sldId id="261" r:id="rId6"/>
  </p:sldIdLst>
  <p:sldSz cx="12192000" cy="6858000" type="screen16x9"/>
  <p:notesSz cx="6858000" cy="9144000"/>
</p:presentation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" Target="slides/slide1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Master" Target="slideMasters/slideMaster1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>
      <a:lvl1pPr>
        <a:defRPr>
          <a:latin typeface="Arial"/>
        </a:defRPr>
      </a:lvl1pPr>
    </p:titleStyle>
    <p:bodyStyle>
      <a:lvl1pPr>
        <a:defRPr>
          <a:latin typeface="Arial"/>
        </a:defRPr>
      </a:lvl1pPr>
    </p:bodyStyle>
    <p:otherStyle>
      <a:lvl1pPr>
        <a:defRPr>
          <a:latin typeface="Arial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image" Target="../media/earring_comparison.jpg" /></ns0: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640080"/>
            <a:ext cx="10668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Testing SAE features for earring removal</a:t>
            </a:r>
            <a:endParaRPr lang="en-US" sz="3000"/>
          </a:p>
        </p:txBody>
      </p:sp>
      <p:sp>
        <p:nvSpPr>
          <p:cNvPr id="3" name="TextBox 3"/>
          <p:cNvSpPr txBox="1"/>
          <p:nvPr/>
        </p:nvSpPr>
        <p:spPr>
          <a:xfrm>
            <a:off x="762000" y="1905000"/>
            <a:ext cx="10668000" cy="10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A small test using SDXL Turbo, a pretrained SAE, and C2C boxes</a:t>
            </a:r>
            <a:endParaRPr lang="en-US" sz="2000"/>
          </a:p>
        </p:txBody>
      </p:sp>
      <p:sp>
        <p:nvSpPr>
          <p:cNvPr id="4" name="TextBox 4"/>
          <p:cNvSpPr txBox="1"/>
          <p:nvPr/>
        </p:nvSpPr>
        <p:spPr>
          <a:xfrm>
            <a:off x="762000" y="3155000"/>
            <a:ext cx="10668000" cy="10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goal was to see whether reducing a spatial SAE feature could remove earrings from generated images.</a:t>
            </a:r>
            <a:endParaRPr lang="en-US"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640080"/>
            <a:ext cx="10668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I tested</a:t>
            </a:r>
            <a:endParaRPr lang="en-US" sz="3000"/>
          </a:p>
        </p:txBody>
      </p:sp>
      <p:sp>
        <p:nvSpPr>
          <p:cNvPr id="3" name="TextBox 3"/>
          <p:cNvSpPr txBox="1"/>
          <p:nvPr/>
        </p:nvSpPr>
        <p:spPr>
          <a:xfrm>
            <a:off x="762000" y="1905000"/>
            <a:ext cx="10668000" cy="10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I used 80 images with the same prompt: 60 for feature search and 20 for validation.</a:t>
            </a:r>
            <a:endParaRPr lang="en-US" sz="2000"/>
          </a:p>
        </p:txBody>
      </p:sp>
      <p:sp>
        <p:nvSpPr>
          <p:cNvPr id="4" name="TextBox 4"/>
          <p:cNvSpPr txBox="1"/>
          <p:nvPr/>
        </p:nvSpPr>
        <p:spPr>
          <a:xfrm>
            <a:off x="762000" y="3155000"/>
            <a:ext cx="10668000" cy="10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search used C2C earring boxes to measure SAE activity near the earrings.</a:t>
            </a:r>
            <a:endParaRPr lang="en-US" sz="2000"/>
          </a:p>
        </p:txBody>
      </p:sp>
      <p:sp>
        <p:nvSpPr>
          <p:cNvPr id="5" name="TextBox 5"/>
          <p:cNvSpPr txBox="1"/>
          <p:nvPr/>
        </p:nvSpPr>
        <p:spPr>
          <a:xfrm>
            <a:off x="762000" y="4405000"/>
            <a:ext cx="10668000" cy="10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labels were automatic and have not been manually checked.</a:t>
            </a:r>
            <a:endParaRPr lang="en-US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640080"/>
            <a:ext cx="10668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Feature scores did not hold up on validation</a:t>
            </a:r>
            <a:endParaRPr lang="en-US" sz="3000"/>
          </a:p>
        </p:txBody>
      </p:sp>
      <p:sp>
        <p:nvSpPr>
          <p:cNvPr id="3" name="TextBox 3"/>
          <p:cNvSpPr txBox="1"/>
          <p:nvPr/>
        </p:nvSpPr>
        <p:spPr>
          <a:xfrm>
            <a:off x="762000" y="1905000"/>
            <a:ext cx="10668000" cy="10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Feature 4858: AUC 0.670 on training images, 0.448 on validation.</a:t>
            </a:r>
            <a:endParaRPr lang="en-US" sz="2000"/>
          </a:p>
        </p:txBody>
      </p:sp>
      <p:sp>
        <p:nvSpPr>
          <p:cNvPr id="4" name="TextBox 4"/>
          <p:cNvSpPr txBox="1"/>
          <p:nvPr/>
        </p:nvSpPr>
        <p:spPr>
          <a:xfrm>
            <a:off x="762000" y="3155000"/>
            <a:ext cx="10668000" cy="10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Features 766 and 1237: validation AUC 0.562 and 0.500.</a:t>
            </a:r>
            <a:endParaRPr lang="en-US" sz="2000"/>
          </a:p>
        </p:txBody>
      </p:sp>
      <p:sp>
        <p:nvSpPr>
          <p:cNvPr id="5" name="TextBox 5"/>
          <p:cNvSpPr txBox="1"/>
          <p:nvPr/>
        </p:nvSpPr>
        <p:spPr>
          <a:xfrm>
            <a:off x="762000" y="4405000"/>
            <a:ext cx="10668000" cy="10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AUC near 0.50 means weak separation. Labels were automatic and unreviewed.</a:t>
            </a:r>
            <a:endParaRPr lang="en-US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640080"/>
            <a:ext cx="10668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happened when I reduced them</a:t>
            </a:r>
            <a:endParaRPr lang="en-US" sz="3000"/>
          </a:p>
        </p:txBody>
      </p:sp>
      <p:sp>
        <p:nvSpPr>
          <p:cNvPr id="3" name="TextBox 3"/>
          <p:cNvSpPr txBox="1"/>
          <p:nvPr/>
        </p:nvSpPr>
        <p:spPr>
          <a:xfrm>
            <a:off x="762000" y="1905000"/>
            <a:ext cx="6248400" cy="10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Feature 4858 changed the image, but the earring remained.</a:t>
            </a:r>
            <a:endParaRPr lang="en-US" sz="2000"/>
          </a:p>
        </p:txBody>
      </p:sp>
      <p:sp>
        <p:nvSpPr>
          <p:cNvPr id="4" name="TextBox 4"/>
          <p:cNvSpPr txBox="1"/>
          <p:nvPr/>
        </p:nvSpPr>
        <p:spPr>
          <a:xfrm>
            <a:off x="762000" y="3155000"/>
            <a:ext cx="6248400" cy="10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Features 766 and 1237 usually made no change.</a:t>
            </a:r>
            <a:endParaRPr lang="en-US" sz="2000"/>
          </a:p>
        </p:txBody>
      </p:sp>
      <p:sp>
        <p:nvSpPr>
          <p:cNvPr id="5" name="TextBox 5"/>
          <p:cNvSpPr txBox="1"/>
          <p:nvPr/>
        </p:nvSpPr>
        <p:spPr>
          <a:xfrm>
            <a:off x="762000" y="4405000"/>
            <a:ext cx="6248400" cy="10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Pixel change by itself does not show that the target object was removed.</a:t>
            </a:r>
            <a:endParaRPr lang="en-US" sz="2000"/>
          </a:p>
        </p:txBody>
      </p:sp>
      <p:pic>
        <p:nvPicPr>
          <p:cNvPr id="20" name="Held-out earring comparis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645920"/>
            <a:ext cx="42197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640080"/>
            <a:ext cx="10668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I learned</a:t>
            </a:r>
            <a:endParaRPr lang="en-US" sz="3000"/>
          </a:p>
        </p:txBody>
      </p:sp>
      <p:sp>
        <p:nvSpPr>
          <p:cNvPr id="3" name="TextBox 3"/>
          <p:cNvSpPr txBox="1"/>
          <p:nvPr/>
        </p:nvSpPr>
        <p:spPr>
          <a:xfrm>
            <a:off x="762000" y="1905000"/>
            <a:ext cx="10668000" cy="10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This test did not find a reliable SAE feature for removing earrings.</a:t>
            </a:r>
            <a:endParaRPr lang="en-US" sz="2000"/>
          </a:p>
        </p:txBody>
      </p:sp>
      <p:sp>
        <p:nvSpPr>
          <p:cNvPr id="4" name="TextBox 4"/>
          <p:cNvSpPr txBox="1"/>
          <p:nvPr/>
        </p:nvSpPr>
        <p:spPr>
          <a:xfrm>
            <a:off x="762000" y="3155000"/>
            <a:ext cx="10668000" cy="10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A C2C box helps locate an object, but it does not guarantee the SAE feature represents that object.</a:t>
            </a:r>
            <a:endParaRPr lang="en-US" sz="2000"/>
          </a:p>
        </p:txBody>
      </p:sp>
      <p:sp>
        <p:nvSpPr>
          <p:cNvPr id="5" name="TextBox 5"/>
          <p:cNvSpPr txBox="1"/>
          <p:nvPr/>
        </p:nvSpPr>
        <p:spPr>
          <a:xfrm>
            <a:off x="762000" y="4405000"/>
            <a:ext cx="10668000" cy="10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This is a useful negative result, but the sample is small and the automatic labels need review.</a:t>
            </a:r>
            <a:endParaRPr lang="en-US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640080"/>
            <a:ext cx="10668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Next step</a:t>
            </a:r>
            <a:endParaRPr lang="en-US" sz="3000"/>
          </a:p>
        </p:txBody>
      </p:sp>
      <p:sp>
        <p:nvSpPr>
          <p:cNvPr id="3" name="TextBox 3"/>
          <p:cNvSpPr txBox="1"/>
          <p:nvPr/>
        </p:nvSpPr>
        <p:spPr>
          <a:xfrm>
            <a:off x="762000" y="1905000"/>
            <a:ext cx="10668000" cy="10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Manually check the earring labels and boxes on more images.</a:t>
            </a:r>
            <a:endParaRPr lang="en-US" sz="2000"/>
          </a:p>
        </p:txBody>
      </p:sp>
      <p:sp>
        <p:nvSpPr>
          <p:cNvPr id="4" name="TextBox 4"/>
          <p:cNvSpPr txBox="1"/>
          <p:nvPr/>
        </p:nvSpPr>
        <p:spPr>
          <a:xfrm>
            <a:off x="762000" y="3155000"/>
            <a:ext cx="10668000" cy="10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Measure whether the earring disappears and whether the face and other image content stay similar.</a:t>
            </a:r>
            <a:endParaRPr lang="en-US" sz="2000"/>
          </a:p>
        </p:txBody>
      </p:sp>
      <p:sp>
        <p:nvSpPr>
          <p:cNvPr id="5" name="TextBox 5"/>
          <p:cNvSpPr txBox="1"/>
          <p:nvPr/>
        </p:nvSpPr>
        <p:spPr>
          <a:xfrm>
            <a:off x="762000" y="4405000"/>
            <a:ext cx="10668000" cy="10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If the feature search still fails, test a direct image-editing or inpainting method as a comparison.</a:t>
            </a:r>
            <a:endParaRPr lang="en-US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